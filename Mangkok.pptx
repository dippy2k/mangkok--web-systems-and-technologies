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Handy Casual" charset="1" panose="00000500000000000000"/>
      <p:regular r:id="rId24"/>
    </p:embeddedFont>
    <p:embeddedFont>
      <p:font typeface="Handyman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8408" y="1370110"/>
            <a:ext cx="8321979" cy="8321979"/>
          </a:xfrm>
          <a:custGeom>
            <a:avLst/>
            <a:gdLst/>
            <a:ahLst/>
            <a:cxnLst/>
            <a:rect r="r" b="b" t="t" l="l"/>
            <a:pathLst>
              <a:path h="8321979" w="8321979">
                <a:moveTo>
                  <a:pt x="0" y="0"/>
                </a:moveTo>
                <a:lnTo>
                  <a:pt x="8321979" y="0"/>
                </a:lnTo>
                <a:lnTo>
                  <a:pt x="8321979" y="8321979"/>
                </a:lnTo>
                <a:lnTo>
                  <a:pt x="0" y="8321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8640" y="2103995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68973" y="6301535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82794" y="2294721"/>
            <a:ext cx="10129123" cy="126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What is Mangkok?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22061" y="4221365"/>
            <a:ext cx="11520860" cy="1274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3447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Welcome to Mangkok! Our project Food Ordering website, That allows you to order from us at Mangkok.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82793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32019" y="2983707"/>
            <a:ext cx="3449107" cy="5322398"/>
          </a:xfrm>
          <a:custGeom>
            <a:avLst/>
            <a:gdLst/>
            <a:ahLst/>
            <a:cxnLst/>
            <a:rect r="r" b="b" t="t" l="l"/>
            <a:pathLst>
              <a:path h="5322398" w="3449107">
                <a:moveTo>
                  <a:pt x="0" y="0"/>
                </a:moveTo>
                <a:lnTo>
                  <a:pt x="3449108" y="0"/>
                </a:lnTo>
                <a:lnTo>
                  <a:pt x="3449108" y="5322398"/>
                </a:lnTo>
                <a:lnTo>
                  <a:pt x="0" y="5322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03" t="0" r="-7247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4327" y="2983707"/>
            <a:ext cx="4329185" cy="2422916"/>
          </a:xfrm>
          <a:custGeom>
            <a:avLst/>
            <a:gdLst/>
            <a:ahLst/>
            <a:cxnLst/>
            <a:rect r="r" b="b" t="t" l="l"/>
            <a:pathLst>
              <a:path h="2422916" w="4329185">
                <a:moveTo>
                  <a:pt x="0" y="0"/>
                </a:moveTo>
                <a:lnTo>
                  <a:pt x="4329185" y="0"/>
                </a:lnTo>
                <a:lnTo>
                  <a:pt x="4329185" y="2422916"/>
                </a:lnTo>
                <a:lnTo>
                  <a:pt x="0" y="242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" t="0" r="-9848" b="-775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78143" y="5511398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03862" y="2386501"/>
            <a:ext cx="4344784" cy="5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FRONTEND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1467" y="1143000"/>
            <a:ext cx="1002204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82793" y="3388758"/>
            <a:ext cx="4344784" cy="391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Consists of: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Web browser (Interface)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Login/Signup UI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Store UI (Store and Cart)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Contact UI (Contact Form)</a:t>
            </a:r>
          </a:p>
          <a:p>
            <a:pPr algn="ctr">
              <a:lnSpc>
                <a:spcPts val="4358"/>
              </a:lnSpc>
            </a:pP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All are written in CSS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82793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27577" y="3512583"/>
            <a:ext cx="8266771" cy="3895716"/>
          </a:xfrm>
          <a:custGeom>
            <a:avLst/>
            <a:gdLst/>
            <a:ahLst/>
            <a:cxnLst/>
            <a:rect r="r" b="b" t="t" l="l"/>
            <a:pathLst>
              <a:path h="3895716" w="8266771">
                <a:moveTo>
                  <a:pt x="0" y="0"/>
                </a:moveTo>
                <a:lnTo>
                  <a:pt x="8266771" y="0"/>
                </a:lnTo>
                <a:lnTo>
                  <a:pt x="8266771" y="3895716"/>
                </a:lnTo>
                <a:lnTo>
                  <a:pt x="0" y="389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29646" y="2869359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03862" y="2745534"/>
            <a:ext cx="4344784" cy="5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FRONTEND LAYER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1467" y="1143000"/>
            <a:ext cx="1002204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82793" y="3388758"/>
            <a:ext cx="4344784" cy="391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Consists of: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Web browser (Interface)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Login/Signup UI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Store UI (Store and Cart)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Contact UI (Contact Form)</a:t>
            </a:r>
          </a:p>
          <a:p>
            <a:pPr algn="ctr">
              <a:lnSpc>
                <a:spcPts val="4358"/>
              </a:lnSpc>
            </a:pP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All are written in CSS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82793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968152" y="3088482"/>
            <a:ext cx="4378911" cy="5504917"/>
          </a:xfrm>
          <a:custGeom>
            <a:avLst/>
            <a:gdLst/>
            <a:ahLst/>
            <a:cxnLst/>
            <a:rect r="r" b="b" t="t" l="l"/>
            <a:pathLst>
              <a:path h="5504917" w="4378911">
                <a:moveTo>
                  <a:pt x="0" y="0"/>
                </a:moveTo>
                <a:lnTo>
                  <a:pt x="4378912" y="0"/>
                </a:lnTo>
                <a:lnTo>
                  <a:pt x="4378912" y="5504916"/>
                </a:lnTo>
                <a:lnTo>
                  <a:pt x="0" y="5504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43134" y="2983707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2"/>
                </a:lnTo>
                <a:lnTo>
                  <a:pt x="0" y="3621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03862" y="2386501"/>
            <a:ext cx="4344784" cy="5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FRONTEND LAYER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1467" y="1143000"/>
            <a:ext cx="1002204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82793" y="3388758"/>
            <a:ext cx="4344784" cy="391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Consists of: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Web browser (Interface)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Login/Signup UI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Store UI (Store and Cart)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Contact UI (Contact Form)</a:t>
            </a:r>
          </a:p>
          <a:p>
            <a:pPr algn="ctr">
              <a:lnSpc>
                <a:spcPts val="4358"/>
              </a:lnSpc>
            </a:pP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All are written in CSS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82793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403862" y="2869359"/>
            <a:ext cx="7613500" cy="6043216"/>
          </a:xfrm>
          <a:custGeom>
            <a:avLst/>
            <a:gdLst/>
            <a:ahLst/>
            <a:cxnLst/>
            <a:rect r="r" b="b" t="t" l="l"/>
            <a:pathLst>
              <a:path h="6043216" w="7613500">
                <a:moveTo>
                  <a:pt x="0" y="0"/>
                </a:moveTo>
                <a:lnTo>
                  <a:pt x="7613500" y="0"/>
                </a:lnTo>
                <a:lnTo>
                  <a:pt x="7613500" y="6043216"/>
                </a:lnTo>
                <a:lnTo>
                  <a:pt x="0" y="6043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63731" y="2869359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03862" y="2272154"/>
            <a:ext cx="4344784" cy="5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FRONTEND LAYER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1467" y="1143000"/>
            <a:ext cx="1002204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82793" y="3388758"/>
            <a:ext cx="4344784" cy="391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Consists of: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Web browser (Interface)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Login/Signup UI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Store UI (Store and Cart)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Contact UI (Contact Form)</a:t>
            </a:r>
          </a:p>
          <a:p>
            <a:pPr algn="ctr">
              <a:lnSpc>
                <a:spcPts val="4358"/>
              </a:lnSpc>
            </a:pP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All are written in CSS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2165" y="1780454"/>
            <a:ext cx="13247923" cy="6772049"/>
            <a:chOff x="0" y="0"/>
            <a:chExt cx="3706423" cy="1894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6423" cy="1894643"/>
            </a:xfrm>
            <a:custGeom>
              <a:avLst/>
              <a:gdLst/>
              <a:ahLst/>
              <a:cxnLst/>
              <a:rect r="r" b="b" t="t" l="l"/>
              <a:pathLst>
                <a:path h="1894643" w="3706423">
                  <a:moveTo>
                    <a:pt x="29804" y="0"/>
                  </a:moveTo>
                  <a:lnTo>
                    <a:pt x="3676619" y="0"/>
                  </a:lnTo>
                  <a:cubicBezTo>
                    <a:pt x="3693079" y="0"/>
                    <a:pt x="3706423" y="13344"/>
                    <a:pt x="3706423" y="29804"/>
                  </a:cubicBezTo>
                  <a:lnTo>
                    <a:pt x="3706423" y="1864839"/>
                  </a:lnTo>
                  <a:cubicBezTo>
                    <a:pt x="3706423" y="1872743"/>
                    <a:pt x="3703283" y="1880324"/>
                    <a:pt x="3697694" y="1885913"/>
                  </a:cubicBezTo>
                  <a:cubicBezTo>
                    <a:pt x="3692104" y="1891503"/>
                    <a:pt x="3684524" y="1894643"/>
                    <a:pt x="3676619" y="1894643"/>
                  </a:cubicBezTo>
                  <a:lnTo>
                    <a:pt x="29804" y="1894643"/>
                  </a:lnTo>
                  <a:cubicBezTo>
                    <a:pt x="21899" y="1894643"/>
                    <a:pt x="14319" y="1891503"/>
                    <a:pt x="8729" y="1885913"/>
                  </a:cubicBezTo>
                  <a:cubicBezTo>
                    <a:pt x="3140" y="1880324"/>
                    <a:pt x="0" y="1872743"/>
                    <a:pt x="0" y="1864839"/>
                  </a:cubicBezTo>
                  <a:lnTo>
                    <a:pt x="0" y="29804"/>
                  </a:lnTo>
                  <a:cubicBezTo>
                    <a:pt x="0" y="21899"/>
                    <a:pt x="3140" y="14319"/>
                    <a:pt x="8729" y="8729"/>
                  </a:cubicBezTo>
                  <a:cubicBezTo>
                    <a:pt x="14319" y="3140"/>
                    <a:pt x="21899" y="0"/>
                    <a:pt x="298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06423" cy="193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56949" y="2673191"/>
            <a:ext cx="5992982" cy="6268426"/>
          </a:xfrm>
          <a:custGeom>
            <a:avLst/>
            <a:gdLst/>
            <a:ahLst/>
            <a:cxnLst/>
            <a:rect r="r" b="b" t="t" l="l"/>
            <a:pathLst>
              <a:path h="6268426" w="5992982">
                <a:moveTo>
                  <a:pt x="0" y="0"/>
                </a:moveTo>
                <a:lnTo>
                  <a:pt x="5992982" y="0"/>
                </a:lnTo>
                <a:lnTo>
                  <a:pt x="5992982" y="6268426"/>
                </a:lnTo>
                <a:lnTo>
                  <a:pt x="0" y="6268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32901" y="3740228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52697" y="1247642"/>
            <a:ext cx="10129123" cy="249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Architecture</a:t>
            </a:r>
          </a:p>
          <a:p>
            <a:pPr algn="ctr">
              <a:lnSpc>
                <a:spcPts val="968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66071" y="2312676"/>
            <a:ext cx="4344784" cy="5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BACKEND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2165" y="3615835"/>
            <a:ext cx="4344784" cy="225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Consists of: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Product, Food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Order Service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API Gateway/Server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2165" y="1780454"/>
            <a:ext cx="13247923" cy="6772049"/>
            <a:chOff x="0" y="0"/>
            <a:chExt cx="3706423" cy="1894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6423" cy="1894643"/>
            </a:xfrm>
            <a:custGeom>
              <a:avLst/>
              <a:gdLst/>
              <a:ahLst/>
              <a:cxnLst/>
              <a:rect r="r" b="b" t="t" l="l"/>
              <a:pathLst>
                <a:path h="1894643" w="3706423">
                  <a:moveTo>
                    <a:pt x="29804" y="0"/>
                  </a:moveTo>
                  <a:lnTo>
                    <a:pt x="3676619" y="0"/>
                  </a:lnTo>
                  <a:cubicBezTo>
                    <a:pt x="3693079" y="0"/>
                    <a:pt x="3706423" y="13344"/>
                    <a:pt x="3706423" y="29804"/>
                  </a:cubicBezTo>
                  <a:lnTo>
                    <a:pt x="3706423" y="1864839"/>
                  </a:lnTo>
                  <a:cubicBezTo>
                    <a:pt x="3706423" y="1872743"/>
                    <a:pt x="3703283" y="1880324"/>
                    <a:pt x="3697694" y="1885913"/>
                  </a:cubicBezTo>
                  <a:cubicBezTo>
                    <a:pt x="3692104" y="1891503"/>
                    <a:pt x="3684524" y="1894643"/>
                    <a:pt x="3676619" y="1894643"/>
                  </a:cubicBezTo>
                  <a:lnTo>
                    <a:pt x="29804" y="1894643"/>
                  </a:lnTo>
                  <a:cubicBezTo>
                    <a:pt x="21899" y="1894643"/>
                    <a:pt x="14319" y="1891503"/>
                    <a:pt x="8729" y="1885913"/>
                  </a:cubicBezTo>
                  <a:cubicBezTo>
                    <a:pt x="3140" y="1880324"/>
                    <a:pt x="0" y="1872743"/>
                    <a:pt x="0" y="1864839"/>
                  </a:cubicBezTo>
                  <a:lnTo>
                    <a:pt x="0" y="29804"/>
                  </a:lnTo>
                  <a:cubicBezTo>
                    <a:pt x="0" y="21899"/>
                    <a:pt x="3140" y="14319"/>
                    <a:pt x="8729" y="8729"/>
                  </a:cubicBezTo>
                  <a:cubicBezTo>
                    <a:pt x="14319" y="3140"/>
                    <a:pt x="21899" y="0"/>
                    <a:pt x="298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06423" cy="193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410856" y="2673191"/>
            <a:ext cx="7227311" cy="5983266"/>
          </a:xfrm>
          <a:custGeom>
            <a:avLst/>
            <a:gdLst/>
            <a:ahLst/>
            <a:cxnLst/>
            <a:rect r="r" b="b" t="t" l="l"/>
            <a:pathLst>
              <a:path h="5983266" w="7227311">
                <a:moveTo>
                  <a:pt x="0" y="0"/>
                </a:moveTo>
                <a:lnTo>
                  <a:pt x="7227311" y="0"/>
                </a:lnTo>
                <a:lnTo>
                  <a:pt x="7227311" y="5983266"/>
                </a:lnTo>
                <a:lnTo>
                  <a:pt x="0" y="5983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10035" y="3332724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2"/>
                </a:lnTo>
                <a:lnTo>
                  <a:pt x="0" y="3621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52697" y="1247642"/>
            <a:ext cx="10129123" cy="249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Architecture</a:t>
            </a:r>
          </a:p>
          <a:p>
            <a:pPr algn="ctr">
              <a:lnSpc>
                <a:spcPts val="968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66071" y="2312676"/>
            <a:ext cx="4344784" cy="5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BACKEND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2165" y="3615835"/>
            <a:ext cx="4344784" cy="225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Consists of: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Product, Food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Order Service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API Gateway/Server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2165" y="1780454"/>
            <a:ext cx="13247923" cy="6772049"/>
            <a:chOff x="0" y="0"/>
            <a:chExt cx="3706423" cy="1894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6423" cy="1894643"/>
            </a:xfrm>
            <a:custGeom>
              <a:avLst/>
              <a:gdLst/>
              <a:ahLst/>
              <a:cxnLst/>
              <a:rect r="r" b="b" t="t" l="l"/>
              <a:pathLst>
                <a:path h="1894643" w="3706423">
                  <a:moveTo>
                    <a:pt x="29804" y="0"/>
                  </a:moveTo>
                  <a:lnTo>
                    <a:pt x="3676619" y="0"/>
                  </a:lnTo>
                  <a:cubicBezTo>
                    <a:pt x="3693079" y="0"/>
                    <a:pt x="3706423" y="13344"/>
                    <a:pt x="3706423" y="29804"/>
                  </a:cubicBezTo>
                  <a:lnTo>
                    <a:pt x="3706423" y="1864839"/>
                  </a:lnTo>
                  <a:cubicBezTo>
                    <a:pt x="3706423" y="1872743"/>
                    <a:pt x="3703283" y="1880324"/>
                    <a:pt x="3697694" y="1885913"/>
                  </a:cubicBezTo>
                  <a:cubicBezTo>
                    <a:pt x="3692104" y="1891503"/>
                    <a:pt x="3684524" y="1894643"/>
                    <a:pt x="3676619" y="1894643"/>
                  </a:cubicBezTo>
                  <a:lnTo>
                    <a:pt x="29804" y="1894643"/>
                  </a:lnTo>
                  <a:cubicBezTo>
                    <a:pt x="21899" y="1894643"/>
                    <a:pt x="14319" y="1891503"/>
                    <a:pt x="8729" y="1885913"/>
                  </a:cubicBezTo>
                  <a:cubicBezTo>
                    <a:pt x="3140" y="1880324"/>
                    <a:pt x="0" y="1872743"/>
                    <a:pt x="0" y="1864839"/>
                  </a:cubicBezTo>
                  <a:lnTo>
                    <a:pt x="0" y="29804"/>
                  </a:lnTo>
                  <a:cubicBezTo>
                    <a:pt x="0" y="21899"/>
                    <a:pt x="3140" y="14319"/>
                    <a:pt x="8729" y="8729"/>
                  </a:cubicBezTo>
                  <a:cubicBezTo>
                    <a:pt x="14319" y="3140"/>
                    <a:pt x="21899" y="0"/>
                    <a:pt x="298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06423" cy="193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410856" y="2673191"/>
            <a:ext cx="7299791" cy="6113575"/>
          </a:xfrm>
          <a:custGeom>
            <a:avLst/>
            <a:gdLst/>
            <a:ahLst/>
            <a:cxnLst/>
            <a:rect r="r" b="b" t="t" l="l"/>
            <a:pathLst>
              <a:path h="6113575" w="7299791">
                <a:moveTo>
                  <a:pt x="0" y="0"/>
                </a:moveTo>
                <a:lnTo>
                  <a:pt x="7299791" y="0"/>
                </a:lnTo>
                <a:lnTo>
                  <a:pt x="7299791" y="6113575"/>
                </a:lnTo>
                <a:lnTo>
                  <a:pt x="0" y="611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37343" y="5870390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52697" y="1247642"/>
            <a:ext cx="10129123" cy="249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Architecture</a:t>
            </a:r>
          </a:p>
          <a:p>
            <a:pPr algn="ctr">
              <a:lnSpc>
                <a:spcPts val="968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66071" y="2312676"/>
            <a:ext cx="4344784" cy="5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BACKEND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2165" y="3615835"/>
            <a:ext cx="4344784" cy="225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Consists of: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Product, Food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Order Service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API Gateway/Server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29641" y="1995623"/>
            <a:ext cx="13453646" cy="6536347"/>
            <a:chOff x="0" y="0"/>
            <a:chExt cx="3763979" cy="1828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3979" cy="1828699"/>
            </a:xfrm>
            <a:custGeom>
              <a:avLst/>
              <a:gdLst/>
              <a:ahLst/>
              <a:cxnLst/>
              <a:rect r="r" b="b" t="t" l="l"/>
              <a:pathLst>
                <a:path h="1828699" w="3763979">
                  <a:moveTo>
                    <a:pt x="29348" y="0"/>
                  </a:moveTo>
                  <a:lnTo>
                    <a:pt x="3734631" y="0"/>
                  </a:lnTo>
                  <a:cubicBezTo>
                    <a:pt x="3742415" y="0"/>
                    <a:pt x="3749880" y="3092"/>
                    <a:pt x="3755383" y="8596"/>
                  </a:cubicBezTo>
                  <a:cubicBezTo>
                    <a:pt x="3760887" y="14100"/>
                    <a:pt x="3763979" y="21564"/>
                    <a:pt x="3763979" y="29348"/>
                  </a:cubicBezTo>
                  <a:lnTo>
                    <a:pt x="3763979" y="1799351"/>
                  </a:lnTo>
                  <a:cubicBezTo>
                    <a:pt x="3763979" y="1815560"/>
                    <a:pt x="3750840" y="1828699"/>
                    <a:pt x="3734631" y="1828699"/>
                  </a:cubicBezTo>
                  <a:lnTo>
                    <a:pt x="29348" y="1828699"/>
                  </a:lnTo>
                  <a:cubicBezTo>
                    <a:pt x="13140" y="1828699"/>
                    <a:pt x="0" y="1815560"/>
                    <a:pt x="0" y="1799351"/>
                  </a:cubicBezTo>
                  <a:lnTo>
                    <a:pt x="0" y="29348"/>
                  </a:lnTo>
                  <a:cubicBezTo>
                    <a:pt x="0" y="13140"/>
                    <a:pt x="13140" y="0"/>
                    <a:pt x="293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63979" cy="1866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99695" y="3775796"/>
            <a:ext cx="8445763" cy="4075081"/>
          </a:xfrm>
          <a:custGeom>
            <a:avLst/>
            <a:gdLst/>
            <a:ahLst/>
            <a:cxnLst/>
            <a:rect r="r" b="b" t="t" l="l"/>
            <a:pathLst>
              <a:path h="4075081" w="8445763">
                <a:moveTo>
                  <a:pt x="0" y="0"/>
                </a:moveTo>
                <a:lnTo>
                  <a:pt x="8445763" y="0"/>
                </a:lnTo>
                <a:lnTo>
                  <a:pt x="8445763" y="4075080"/>
                </a:lnTo>
                <a:lnTo>
                  <a:pt x="0" y="4075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78142" y="5636747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35134" y="1551310"/>
            <a:ext cx="10129123" cy="249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Architecture</a:t>
            </a:r>
          </a:p>
          <a:p>
            <a:pPr algn="ctr">
              <a:lnSpc>
                <a:spcPts val="968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193595" y="2669074"/>
            <a:ext cx="4344784" cy="5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DATABASE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48811" y="3919502"/>
            <a:ext cx="4344784" cy="225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Consists of: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Data Storage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User Information</a:t>
            </a:r>
          </a:p>
          <a:p>
            <a:pPr algn="ctr">
              <a:lnSpc>
                <a:spcPts val="4358"/>
              </a:lnSpc>
            </a:pPr>
            <a:r>
              <a:rPr lang="en-US" sz="3112">
                <a:solidFill>
                  <a:srgbClr val="231F20"/>
                </a:solidFill>
                <a:latin typeface="Handyman"/>
                <a:ea typeface="Handyman"/>
                <a:cs typeface="Handyman"/>
                <a:sym typeface="Handyman"/>
              </a:rPr>
              <a:t>Files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1904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01904" y="2258935"/>
            <a:ext cx="12570719" cy="6047170"/>
          </a:xfrm>
          <a:custGeom>
            <a:avLst/>
            <a:gdLst/>
            <a:ahLst/>
            <a:cxnLst/>
            <a:rect r="r" b="b" t="t" l="l"/>
            <a:pathLst>
              <a:path h="6047170" w="12570719">
                <a:moveTo>
                  <a:pt x="0" y="0"/>
                </a:moveTo>
                <a:lnTo>
                  <a:pt x="12570719" y="0"/>
                </a:lnTo>
                <a:lnTo>
                  <a:pt x="12570719" y="6047170"/>
                </a:lnTo>
                <a:lnTo>
                  <a:pt x="0" y="6047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11" t="-849" r="-641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5260" y="-587847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31235" y="7330235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19348" y="-40647"/>
            <a:ext cx="764930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Storyboard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1904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85260" y="-587847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31235" y="7330235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93371" y="2466514"/>
            <a:ext cx="11301259" cy="5353971"/>
          </a:xfrm>
          <a:custGeom>
            <a:avLst/>
            <a:gdLst/>
            <a:ahLst/>
            <a:cxnLst/>
            <a:rect r="r" b="b" t="t" l="l"/>
            <a:pathLst>
              <a:path h="5353971" w="11301259">
                <a:moveTo>
                  <a:pt x="0" y="0"/>
                </a:moveTo>
                <a:lnTo>
                  <a:pt x="11301258" y="0"/>
                </a:lnTo>
                <a:lnTo>
                  <a:pt x="11301258" y="5353972"/>
                </a:lnTo>
                <a:lnTo>
                  <a:pt x="0" y="5353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19348" y="-40647"/>
            <a:ext cx="764930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Storyboard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1904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85260" y="-587847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31235" y="7330235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93371" y="2487704"/>
            <a:ext cx="11301259" cy="5311592"/>
          </a:xfrm>
          <a:custGeom>
            <a:avLst/>
            <a:gdLst/>
            <a:ahLst/>
            <a:cxnLst/>
            <a:rect r="r" b="b" t="t" l="l"/>
            <a:pathLst>
              <a:path h="5311592" w="11301259">
                <a:moveTo>
                  <a:pt x="0" y="0"/>
                </a:moveTo>
                <a:lnTo>
                  <a:pt x="11301258" y="0"/>
                </a:lnTo>
                <a:lnTo>
                  <a:pt x="11301258" y="5311592"/>
                </a:lnTo>
                <a:lnTo>
                  <a:pt x="0" y="5311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19348" y="-40647"/>
            <a:ext cx="764930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Storyboard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1904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85260" y="-587847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31235" y="7330235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93371" y="2431198"/>
            <a:ext cx="11301259" cy="5424604"/>
          </a:xfrm>
          <a:custGeom>
            <a:avLst/>
            <a:gdLst/>
            <a:ahLst/>
            <a:cxnLst/>
            <a:rect r="r" b="b" t="t" l="l"/>
            <a:pathLst>
              <a:path h="5424604" w="11301259">
                <a:moveTo>
                  <a:pt x="0" y="0"/>
                </a:moveTo>
                <a:lnTo>
                  <a:pt x="11301258" y="0"/>
                </a:lnTo>
                <a:lnTo>
                  <a:pt x="11301258" y="5424604"/>
                </a:lnTo>
                <a:lnTo>
                  <a:pt x="0" y="5424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19348" y="-40647"/>
            <a:ext cx="764930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Storyboard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1904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85260" y="-587847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31235" y="7330235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87184" y="2070008"/>
            <a:ext cx="5064327" cy="6146983"/>
          </a:xfrm>
          <a:custGeom>
            <a:avLst/>
            <a:gdLst/>
            <a:ahLst/>
            <a:cxnLst/>
            <a:rect r="r" b="b" t="t" l="l"/>
            <a:pathLst>
              <a:path h="6146983" w="5064327">
                <a:moveTo>
                  <a:pt x="0" y="0"/>
                </a:moveTo>
                <a:lnTo>
                  <a:pt x="5064327" y="0"/>
                </a:lnTo>
                <a:lnTo>
                  <a:pt x="5064327" y="6146984"/>
                </a:lnTo>
                <a:lnTo>
                  <a:pt x="0" y="6146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085567" y="2077838"/>
            <a:ext cx="5011612" cy="6131323"/>
          </a:xfrm>
          <a:custGeom>
            <a:avLst/>
            <a:gdLst/>
            <a:ahLst/>
            <a:cxnLst/>
            <a:rect r="r" b="b" t="t" l="l"/>
            <a:pathLst>
              <a:path h="6131323" w="5011612">
                <a:moveTo>
                  <a:pt x="0" y="0"/>
                </a:moveTo>
                <a:lnTo>
                  <a:pt x="5011612" y="0"/>
                </a:lnTo>
                <a:lnTo>
                  <a:pt x="5011612" y="6131324"/>
                </a:lnTo>
                <a:lnTo>
                  <a:pt x="0" y="6131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19348" y="-40647"/>
            <a:ext cx="764930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Storyboard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1904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85260" y="-587847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31235" y="7330235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93371" y="2508894"/>
            <a:ext cx="11301259" cy="5269212"/>
          </a:xfrm>
          <a:custGeom>
            <a:avLst/>
            <a:gdLst/>
            <a:ahLst/>
            <a:cxnLst/>
            <a:rect r="r" b="b" t="t" l="l"/>
            <a:pathLst>
              <a:path h="5269212" w="11301259">
                <a:moveTo>
                  <a:pt x="0" y="0"/>
                </a:moveTo>
                <a:lnTo>
                  <a:pt x="11301258" y="0"/>
                </a:lnTo>
                <a:lnTo>
                  <a:pt x="11301258" y="5269212"/>
                </a:lnTo>
                <a:lnTo>
                  <a:pt x="0" y="5269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19348" y="-40647"/>
            <a:ext cx="764930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Storyboard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17" y="1222929"/>
            <a:ext cx="14126870" cy="7841141"/>
            <a:chOff x="0" y="0"/>
            <a:chExt cx="3952330" cy="219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2330" cy="2193747"/>
            </a:xfrm>
            <a:custGeom>
              <a:avLst/>
              <a:gdLst/>
              <a:ahLst/>
              <a:cxnLst/>
              <a:rect r="r" b="b" t="t" l="l"/>
              <a:pathLst>
                <a:path h="2193747" w="3952330">
                  <a:moveTo>
                    <a:pt x="27949" y="0"/>
                  </a:moveTo>
                  <a:lnTo>
                    <a:pt x="3924380" y="0"/>
                  </a:lnTo>
                  <a:cubicBezTo>
                    <a:pt x="3931793" y="0"/>
                    <a:pt x="3938902" y="2945"/>
                    <a:pt x="3944143" y="8186"/>
                  </a:cubicBezTo>
                  <a:cubicBezTo>
                    <a:pt x="3949385" y="13428"/>
                    <a:pt x="3952330" y="20537"/>
                    <a:pt x="3952330" y="27949"/>
                  </a:cubicBezTo>
                  <a:lnTo>
                    <a:pt x="3952330" y="2165797"/>
                  </a:lnTo>
                  <a:cubicBezTo>
                    <a:pt x="3952330" y="2181233"/>
                    <a:pt x="3939816" y="2193747"/>
                    <a:pt x="3924380" y="2193747"/>
                  </a:cubicBezTo>
                  <a:lnTo>
                    <a:pt x="27949" y="2193747"/>
                  </a:lnTo>
                  <a:cubicBezTo>
                    <a:pt x="20537" y="2193747"/>
                    <a:pt x="13428" y="2190802"/>
                    <a:pt x="8186" y="2185561"/>
                  </a:cubicBezTo>
                  <a:cubicBezTo>
                    <a:pt x="2945" y="2180319"/>
                    <a:pt x="0" y="2173210"/>
                    <a:pt x="0" y="2165797"/>
                  </a:cubicBezTo>
                  <a:lnTo>
                    <a:pt x="0" y="27949"/>
                  </a:lnTo>
                  <a:cubicBezTo>
                    <a:pt x="0" y="20537"/>
                    <a:pt x="2945" y="13428"/>
                    <a:pt x="8186" y="8186"/>
                  </a:cubicBezTo>
                  <a:cubicBezTo>
                    <a:pt x="13428" y="2945"/>
                    <a:pt x="20537" y="0"/>
                    <a:pt x="27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rnd">
              <a:solidFill>
                <a:srgbClr val="F1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52330" cy="2231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1904" y="2180421"/>
            <a:ext cx="12570719" cy="6125684"/>
            <a:chOff x="0" y="0"/>
            <a:chExt cx="3516959" cy="17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6959" cy="1713807"/>
            </a:xfrm>
            <a:custGeom>
              <a:avLst/>
              <a:gdLst/>
              <a:ahLst/>
              <a:cxnLst/>
              <a:rect r="r" b="b" t="t" l="l"/>
              <a:pathLst>
                <a:path h="1713807" w="3516959">
                  <a:moveTo>
                    <a:pt x="31409" y="0"/>
                  </a:moveTo>
                  <a:lnTo>
                    <a:pt x="3485550" y="0"/>
                  </a:lnTo>
                  <a:cubicBezTo>
                    <a:pt x="3493880" y="0"/>
                    <a:pt x="3501869" y="3309"/>
                    <a:pt x="3507760" y="9200"/>
                  </a:cubicBezTo>
                  <a:cubicBezTo>
                    <a:pt x="3513650" y="15090"/>
                    <a:pt x="3516959" y="23079"/>
                    <a:pt x="3516959" y="31409"/>
                  </a:cubicBezTo>
                  <a:lnTo>
                    <a:pt x="3516959" y="1682397"/>
                  </a:lnTo>
                  <a:cubicBezTo>
                    <a:pt x="3516959" y="1699744"/>
                    <a:pt x="3502897" y="1713807"/>
                    <a:pt x="3485550" y="1713807"/>
                  </a:cubicBezTo>
                  <a:lnTo>
                    <a:pt x="31409" y="1713807"/>
                  </a:lnTo>
                  <a:cubicBezTo>
                    <a:pt x="23079" y="1713807"/>
                    <a:pt x="15090" y="1710498"/>
                    <a:pt x="9200" y="1704607"/>
                  </a:cubicBezTo>
                  <a:cubicBezTo>
                    <a:pt x="3309" y="1698717"/>
                    <a:pt x="0" y="1690728"/>
                    <a:pt x="0" y="1682397"/>
                  </a:cubicBezTo>
                  <a:lnTo>
                    <a:pt x="0" y="31409"/>
                  </a:lnTo>
                  <a:cubicBezTo>
                    <a:pt x="0" y="14062"/>
                    <a:pt x="14062" y="0"/>
                    <a:pt x="314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16959" cy="1751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85260" y="-587847"/>
            <a:ext cx="3621553" cy="3621553"/>
          </a:xfrm>
          <a:custGeom>
            <a:avLst/>
            <a:gdLst/>
            <a:ahLst/>
            <a:cxnLst/>
            <a:rect r="r" b="b" t="t" l="l"/>
            <a:pathLst>
              <a:path h="3621553" w="3621553">
                <a:moveTo>
                  <a:pt x="0" y="0"/>
                </a:moveTo>
                <a:lnTo>
                  <a:pt x="3621553" y="0"/>
                </a:lnTo>
                <a:lnTo>
                  <a:pt x="3621553" y="3621553"/>
                </a:lnTo>
                <a:lnTo>
                  <a:pt x="0" y="3621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31235" y="7330235"/>
            <a:ext cx="2956765" cy="2956765"/>
          </a:xfrm>
          <a:custGeom>
            <a:avLst/>
            <a:gdLst/>
            <a:ahLst/>
            <a:cxnLst/>
            <a:rect r="r" b="b" t="t" l="l"/>
            <a:pathLst>
              <a:path h="2956765" w="2956765">
                <a:moveTo>
                  <a:pt x="0" y="0"/>
                </a:moveTo>
                <a:lnTo>
                  <a:pt x="2956765" y="0"/>
                </a:lnTo>
                <a:lnTo>
                  <a:pt x="2956765" y="2956765"/>
                </a:lnTo>
                <a:lnTo>
                  <a:pt x="0" y="295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93371" y="2847932"/>
            <a:ext cx="11301259" cy="4591136"/>
          </a:xfrm>
          <a:custGeom>
            <a:avLst/>
            <a:gdLst/>
            <a:ahLst/>
            <a:cxnLst/>
            <a:rect r="r" b="b" t="t" l="l"/>
            <a:pathLst>
              <a:path h="4591136" w="11301259">
                <a:moveTo>
                  <a:pt x="0" y="0"/>
                </a:moveTo>
                <a:lnTo>
                  <a:pt x="11301258" y="0"/>
                </a:lnTo>
                <a:lnTo>
                  <a:pt x="11301258" y="4591136"/>
                </a:lnTo>
                <a:lnTo>
                  <a:pt x="0" y="459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19348" y="-40647"/>
            <a:ext cx="7649305" cy="12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4"/>
              </a:lnSpc>
            </a:pPr>
            <a:r>
              <a:rPr lang="en-US" sz="9051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System Storyboard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4795" y="2089261"/>
            <a:ext cx="6108478" cy="6108478"/>
          </a:xfrm>
          <a:custGeom>
            <a:avLst/>
            <a:gdLst/>
            <a:ahLst/>
            <a:cxnLst/>
            <a:rect r="r" b="b" t="t" l="l"/>
            <a:pathLst>
              <a:path h="6108478" w="6108478">
                <a:moveTo>
                  <a:pt x="0" y="0"/>
                </a:moveTo>
                <a:lnTo>
                  <a:pt x="6108478" y="0"/>
                </a:lnTo>
                <a:lnTo>
                  <a:pt x="6108478" y="6108478"/>
                </a:lnTo>
                <a:lnTo>
                  <a:pt x="0" y="6108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79314" y="3080732"/>
            <a:ext cx="5611265" cy="431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45"/>
              </a:lnSpc>
            </a:pPr>
            <a:r>
              <a:rPr lang="en-US" sz="15650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Thank</a:t>
            </a:r>
          </a:p>
          <a:p>
            <a:pPr algn="ctr">
              <a:lnSpc>
                <a:spcPts val="16745"/>
              </a:lnSpc>
            </a:pPr>
            <a:r>
              <a:rPr lang="en-US" sz="15650">
                <a:solidFill>
                  <a:srgbClr val="F17031"/>
                </a:solidFill>
                <a:latin typeface="Handy Casual"/>
                <a:ea typeface="Handy Casual"/>
                <a:cs typeface="Handy Casual"/>
                <a:sym typeface="Handy Casual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90579" y="2089261"/>
            <a:ext cx="6108478" cy="6108478"/>
          </a:xfrm>
          <a:custGeom>
            <a:avLst/>
            <a:gdLst/>
            <a:ahLst/>
            <a:cxnLst/>
            <a:rect r="r" b="b" t="t" l="l"/>
            <a:pathLst>
              <a:path h="6108478" w="6108478">
                <a:moveTo>
                  <a:pt x="0" y="0"/>
                </a:moveTo>
                <a:lnTo>
                  <a:pt x="6108478" y="0"/>
                </a:lnTo>
                <a:lnTo>
                  <a:pt x="6108478" y="6108478"/>
                </a:lnTo>
                <a:lnTo>
                  <a:pt x="0" y="6108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DAG6mJXqDX8</dc:identifier>
  <dcterms:modified xsi:type="dcterms:W3CDTF">2011-08-01T06:04:30Z</dcterms:modified>
  <cp:revision>1</cp:revision>
  <dc:title>Mangkok</dc:title>
</cp:coreProperties>
</file>